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HACKATHON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ResQAgent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7316"/>
                </a:solidFill>
                <a:latin typeface="Segoe UI"/>
              </a:defRPr>
            </a:pPr>
            <a:r>
              <a:t>Intelligent Emergency Response &amp; Coordination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12801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657600"/>
            <a:ext cx="173736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Citizen 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657600"/>
            <a:ext cx="173736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Emergency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657600"/>
            <a:ext cx="173736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ResQAgent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657600"/>
            <a:ext cx="173736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Smart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59" y="3657600"/>
            <a:ext cx="173736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Field Responder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8655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Team: ResQAgent Development Team    |    Track: Agentic AI &amp; Autonomous Systems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GitHub: github.com/nallapremteja04/resqagent    |    Live Deployment: http://localhost:8000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REALITY OF EMERGENCY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During an Emergency, Every Minute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TRADITIONAL 911 DISPATCH WORKFLOW (MANUAL &amp; SEQUENTIAL):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Citizen Call  ➔  Manual Intake  ➔  Operator Verifies  ➔  Radio Voice Search  ➔  Unconfirmed Dispatch  ➔  Delayed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560320" cy="3474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21945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Segoe UI"/>
              </a:defRPr>
            </a:pPr>
            <a:r>
              <a:t>PROBLEM 01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Incomplete &amp; Panicked Information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Callers under extreme stress often omit critical medical details or exact addresses, forcing operators to spend 2-4 minutes probing before dispatching.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560320"/>
            <a:ext cx="2560320" cy="3474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9312" y="2743200"/>
            <a:ext cx="21945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9260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F4444"/>
                </a:solidFill>
                <a:latin typeface="Segoe UI"/>
              </a:defRPr>
            </a:pPr>
            <a:r>
              <a:t>PROBLEM 02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Unmonitored Responder Dropouts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If an assigned ambulance gets stuck in traffic, has radio failure, or declines, traditional systems stay idle until someone notices minutes later.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560320"/>
            <a:ext cx="2560320" cy="3474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2743200"/>
            <a:ext cx="21945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9260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Segoe UI"/>
              </a:defRPr>
            </a:pPr>
            <a:r>
              <a:t>PROBLEM 03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Operator Cognitive Overload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During storms or mass accidents, dispatchers face dozens of simultaneous calls, causing manual triage mistakes and prioritization delays.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2560320"/>
            <a:ext cx="2560320" cy="3474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2743200"/>
            <a:ext cx="21945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29260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PROBLEM 04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Siloed Communications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Citizens wait in panic with zero status updates, while receiving trauma centers get no pre-arrival casualty heads-up.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Our Approach: One Coordinated Response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03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10972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01.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Collect Emergency Report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Accepts structured distress forms or raw distress text. Automatically binds caller identity, coordinates, and emergency description into an active incident.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63040"/>
            <a:ext cx="25603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645920"/>
            <a:ext cx="10972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02.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Understand &amp; Prioritize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Extracts incident classification (Accident, Fire, Medical, Crime, Rescue) and clinical urgency (P1-Critical to P4-Low) in milliseconds using LLM &amp; fallback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5603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645920"/>
            <a:ext cx="10972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97316"/>
                </a:solidFill>
                <a:latin typeface="Segoe UI"/>
              </a:defRPr>
            </a:pPr>
            <a:r>
              <a:t>03.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Select Best Responder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Evaluates field units using a proximity and specialization matching formula. Excludes busy/offline responders and picks the optimal unit instantly.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463040"/>
            <a:ext cx="25603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45920"/>
            <a:ext cx="10972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04.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Coordinate All Stakeholders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Dispatches simultaneous targeted alerts: push notification to responder, reassuring SMS to caller, radio log to dispatch, and trauma alert to hospital.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“From reporting an emergency to tracking the response in one coordinated workflow.”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From SOS to Response: Complete Operational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04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Report SOS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Citizen submits distress call via app or 1-touch SOS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64592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Incident Created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FastAPI validates &amp; commits new record to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64592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AI Triage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Clinical urgency classified into P1-Critical to P4-Low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4592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Fleet Search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Available responders ranked by distance &amp; specialty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Unit Dispatched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Primary unit assigned; notifications sent to all parties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9312" y="402336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30s SLA Monitor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Monitors acknowledgment; triggers failover if unaccepted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402336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Mission Active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Responder updates progress: En Route ➔ On Scene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023360"/>
            <a:ext cx="54864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4389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Debrief Report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System synthesizes AI postmortem &amp; audit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MULTI-AGENT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the 6 Specialized Agents Coordinate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05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413455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AGENT ORCHESTRATOR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State Machine &amp; Cognitive Trace Logger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EmergencyAnalysisAgent (PERCEIVE &amp; REASON)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Intake &amp; Clinical Triage: Extracts medical emergency type, severity, and urgency. Determines priority P1-P4.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ResponderSelectionAgent (DECIDE)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Fleet Matchmaker: Evaluates field units using distance and medical skill specialization bonus.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7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CommunicationAgent (ACT)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Stakeholder Broadcast: Dispatches tailored notifications to Citizen, Responder, Dispatcher, and Trauma Centers.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MonitoringAgent (OBSERVE)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SLA Sentinel: Enforces 30-second acknowledgment window. Detects unresponsive units.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01752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EscalationAgent (ADAPT)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Self-Healing Failover: Blacklists dropped units, recalculates candidates, and re-routes mission.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663440"/>
            <a:ext cx="329184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75487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AIIncidentReportAgent (REPORT)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Debrief Synthesizer: Generates postmortem incident dossier from timeline actions and response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EMERGENCY ANALYSIS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Triage Decides Priority: Clinical Urgency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06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37160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P1 - CRITICAL  —  Trauma, cardiac arrest, severe bleeding, unconsciousness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Action: Immediate dispatch (&lt;1 min). Trauma hospital notified.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66928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37160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P2 - HIGH  —  Highway collisions, active flames, major fractures, robbery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Action: Rapid response (&lt;3 min). Priority dispatch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66928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37160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7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P3 - MEDIUM  —  Moderate pain, minor burns, localized sprains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Action: Standard response (&lt;8 min). First available local unit.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566928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37160" cy="10515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P4 - LOW  —  Property theft, non-injury disputes, general inquiry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Action: Routine queue. Scheduled dispatch when units free.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71600"/>
            <a:ext cx="478505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REAL-WORLD TRIAGE EXECUTION</a:t>
            </a:r>
          </a:p>
          <a:p>
            <a:pPr>
              <a:spcBef>
                <a:spcPts val="1000"/>
              </a:spcBef>
              <a:spcAft>
                <a:spcPts val="12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Incoming Distress Call:</a:t>
            </a:r>
            <a:br/>
            <a:r>
              <a:t>“Major car crash on highway, smoke rising, passenger trapped and bleeding heavily.”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1. Classification: Accident (Extracted from 'car crash', 'collision')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2. Severity: Critical (Triggered by 'trapped', 'bleeding heavily')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3. Urgency: Immediate (Life threat apparent)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4. Assigned Priority: P1-Critical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5. Clinical Rationale: Critical trauma or life-threatening symptoms identified; immediate paramedic extraction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DISPATCH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Dispatcher: Turning Priority into Optimized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07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DISPATCH EXECUTION SEQUENCE: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1. Query Candidate Pool: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Filters database for responders with status AVAILABLE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2. Apply Incident Blacklist: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Excludes responders who previously timed out or declined this incident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3. Determine Optimal Specialization: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Accident ➔ Medical/Rescue | Fire ➔ Fire/Rescue | Crime ➔ Police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4. Calculate Suitability Score: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Score = (10 / Distance_km) * Specialization_Bonus (1.5x)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5. Rank &amp; Select Winner: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Unit with highest score assigned immediately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6. Start 30s SLA Clock: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State set to WAITING_FOR_RESPONSE; timer starts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478505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MATHEMATICAL SCORING ENGINE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Implemented in ResponderSelectionAgent.py: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377440"/>
            <a:ext cx="43891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Suitability Score = (10 / Distance) × Spec_Bonus</a:t>
            </a:r>
            <a:br/>
            <a:r>
              <a:t>(Bonus = 1.5x if Specialization matches Emergency 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6616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Example Ranking for Accident (#28):</a:t>
            </a:r>
          </a:p>
          <a:p>
            <a:pPr>
              <a:spcAft>
                <a:spcPts val="400"/>
              </a:spcAft>
              <a:defRPr sz="950">
                <a:solidFill>
                  <a:srgbClr val="10B981"/>
                </a:solidFill>
                <a:latin typeface="Segoe UI"/>
              </a:defRPr>
            </a:pPr>
            <a:r>
              <a:t>• 1. Suresh (Medical, 0.8 km) ➔ Score: 18.75 [SELECTED]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2. Ravi (Rescue, 1.5 km) ➔ Score: 10.00 [STANDBY]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3. Priya (General, 1.2 km) ➔ Score: 8.33 [STANDBY]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END-TO-END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Example: Medical Emergency &amp; SLA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08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35607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STEP 1: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35607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Distress call received: 'Car crash, trapped &amp; bleeding heavily'   ➔   Incident #28 initialized in status NEW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29967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STEP 2: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39696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EmergencyAnalysisAgent evaluates clinical text   ➔   Classified: P1-Critical | Emergency: Accident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34056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843784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7316"/>
                </a:solidFill>
                <a:latin typeface="Segoe UI"/>
              </a:defRPr>
            </a:pPr>
            <a:r>
              <a:t>STEP 3: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43784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ResponderSelectionAgent scores available fleet   ➔   Assigned Unit: Suresh (Paramedic, 0.8 km away)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38144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547872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STEP 4: SLA TIMEOUT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47872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Suresh fails to acknowledge within 30-second window   ➔   MonitoringAgent triggers SLA breach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42232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251960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7316"/>
                </a:solidFill>
                <a:latin typeface="Segoe UI"/>
              </a:defRPr>
            </a:pPr>
            <a:r>
              <a:t>STEP 5: FAILOVER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51960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EscalationAgent blacklists Suresh &amp; searches pool   ➔   Reassigned: Ravi (Rescue Squad, 1.5 km away)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956048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STEP 6: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956048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Ravi accepts call, arrives on scene, assists victim   ➔   Incident marked COMPLETED ➔ RESOLVED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50408"/>
            <a:ext cx="10728655" cy="62179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660136"/>
            <a:ext cx="1645920" cy="40233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STEP 7: POSTMORTEM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660136"/>
            <a:ext cx="7589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AIIncidentReportAgent synthesizes debrief dossier   ➔   Report #10 generated with 95/100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Architecture: 5 Decoupled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09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64592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LAYER 1: USER ACCESS &amp; CLIENTS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Citizen Web App (SOS)  |  Responder Field Terminal  |  Dispatcher Command Center  |  Admin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16459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LAYER 2: APPLICATION &amp; FRONTEND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Vanilla CSS Design System  |  ES6 JavaScript Modules (api.js, app.js)  |  Web Audio API Sound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164592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LAYER 3: API &amp; SECURITY GATEWAY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FastAPI REST Server (8 Routers)  |  bcrypt Password Hashing (12 Rounds)  |  JWT Bearer 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51960"/>
            <a:ext cx="1645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LAYER 4: AGENT ORCHESTRATION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Orchestrator  |  Analysis Agent  |  Selection Agent  |  Comm Agent  |  Monitoring Agent  |  Escalation Agent  |  Report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16459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LAYER 5: DATA &amp; EXTERNAL SERVICES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SQLAlchemy ORM  |  SQLite Database (resqagent.db)  |  Google Gemini 1.5 Flash REST API  |  Deterministic Fallback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 Behind the Response: 8 Relational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10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User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Authentication &amp; RBAC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email, password_hash, role (citizen/responder/dispatch/admin), location, is_active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Incident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Distress Records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reporter_name, emergency_type, severity, priority, status, location,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Responder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Field Fleet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name, role, specialization (Medical/Fire/Rescue/Police), distance, availability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Assignment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Mission Dispatches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incident_id, responder_id, assignment_status (PENDING/ACCEPTED/COMPLETED), attempt_number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Notification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Omnichannel Alerts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incident_id, recipient_type, channel (PUSH/SMS/RADIO/SECURE_NET), 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3886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IncidentTimeline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Event Milestones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incident_id, event_type, actor (Analysis Agent/Orchestrator), description, timestamp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886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AgentAction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Cognitive Trace Log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incident_id, agent_name, action_type, reasoning, input_data, output_data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38862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TABLE: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F97316"/>
                </a:solidFill>
                <a:latin typeface="Segoe UI"/>
              </a:defRPr>
            </a:pPr>
            <a:r>
              <a:t>Postmortem Synthesis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Attributes:</a:t>
            </a:r>
            <a:br/>
            <a:r>
              <a:t>id, incident_id, summary, initial_responder, final_responder, escalation_count, full_report_json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BACKEND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Data Moves Through the System: API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11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REQUEST LIFECYCLE (SOS INTAKE):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1. Client Form Submission: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Citizen submits POST /api/incidents/ with description &amp; location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2. JWT Authentication &amp; Rate Check: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FastAPI verifies Bearer token &amp; active user session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3. Pydantic Model Validation: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Validates incident payload against IncidentCreate schema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4. Database Record Creation: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SessionLocal writes incident with initial status NEW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5. Agent Orchestrator Trigger: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Synchronously kicks off EmergencyAnalysisAgent triage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6. Selection &amp; Notification Loop: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Dispatches to closest responder and writes timeline logs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7. JSON Response to Client: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Returns incident object with assigned responder &amp;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478505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6459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8 REST ROUTERS (FASTAPI BACKEND)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/api/auth: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Login, register, /me profile, password management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/api/admin: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User account provisioning, system stats, role management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/api/incidents: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Incident creation, role-isolated filtering, status updates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/api/responders: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Fleet roster, availability query, location tracking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/api/assignments: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Responder accept/decline, operational progress toggles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/api/simulation: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SLA timeout triggers, automated failover testing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/api/reports: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AI debrief postmortem generation and export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Consolas"/>
              </a:defRPr>
            </a:pPr>
            <a:r>
              <a:t>• /api/users: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User directory and profile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When Connectivity Is Limited: Dual-Engine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IMPLEMENTED: DUAL-ENGINE TRIAGE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In mission-critical emergencies, cloud AI API outages cannot be allowed to halt 911 dispatch. ResQAgent implements a two-tier cognitive architecture:</a:t>
            </a:r>
          </a:p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✓ Tier 1: Cloud LLM (Gemini 1.5 Flash):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Used when online for nuanced clinical understanding and semantic priority reasoning.</a:t>
            </a:r>
          </a:p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✓ Tier 2: Deterministic Fallback Engine: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Instantly triggers if Gemini times out, returns HTTP errors, or if API key is absent.</a:t>
            </a:r>
          </a:p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✓ Zero Dropped Calls: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Evaluates trauma keywords ('unconscious', 'bleeding', 'trapped') locally in 2ms without internet access.</a:t>
            </a:r>
          </a:p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✓ Session Token Persistence: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Signed JWT tokens stored in localStorage enable offline interface continuity.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PLANNED: LOW-CONNECTIVITY ENHANCEMENTS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To scale beyond prototype stage into extreme catastrophe zones (earthquakes, cellular grid collapse), we have designed the following extensions:</a:t>
            </a:r>
          </a:p>
          <a:p>
            <a:pPr>
              <a:defRPr sz="950" b="1">
                <a:solidFill>
                  <a:srgbClr val="F97316"/>
                </a:solidFill>
                <a:latin typeface="Segoe UI"/>
              </a:defRPr>
            </a:pPr>
            <a:r>
              <a:t>➔ IndexedDB Local Outbox Queue (Planned):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Allows citizens to submit distress reports with zero signal; automatically syncs via background service worker upon reconnection.</a:t>
            </a:r>
          </a:p>
          <a:p>
            <a:pPr>
              <a:defRPr sz="950" b="1">
                <a:solidFill>
                  <a:srgbClr val="F97316"/>
                </a:solidFill>
                <a:latin typeface="Segoe UI"/>
              </a:defRPr>
            </a:pPr>
            <a:r>
              <a:t>➔ SMS-to-API Gateway (Planned):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Enables emergency reporting via standard 2G GSM cellular SMS when 4G/5G data networks fail.</a:t>
            </a:r>
          </a:p>
          <a:p>
            <a:pPr>
              <a:defRPr sz="950" b="1">
                <a:solidFill>
                  <a:srgbClr val="F97316"/>
                </a:solidFill>
                <a:latin typeface="Segoe UI"/>
              </a:defRPr>
            </a:pPr>
            <a:r>
              <a:t>➔ Peer-to-Peer Bluetooth Mesh (Planned):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Responders relay mission coordinates unit-to-unit when cellular cell towers are 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IMPLEMENTED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Technology Stack: Modular, Modern &amp; Reliable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13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Single-Page Application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Vanilla HTML5 &amp; Semantic Elements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Vanilla CSS3 Design System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Vanilla ES6 JavaScript (No bloat)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Web Audio API Synthesizer (Sirens/Tones)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High-Performance ASGI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Python 3.12 Runtime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FastAPI Framework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Uvicorn ASGI Server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Pydantic V2 Data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3716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508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DATABASE &amp; ORM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Relational Persistence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SQLAlchemy 2.0 ORM Engine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SQLite (Local Development)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PostgreSQL Compatible Driver (psycopg2)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Declarative Base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AGENT COGNITION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AI Triage &amp; Reasoning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Google Gemini 1.5 Flash REST API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Deterministic Clinical Keyword Engine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Multi-Agent State Machine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Audit Action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749039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8862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SECURITY &amp; AUTH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Cryptographic RBAC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bcrypt (12 Salt Rounds Hashing)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PyJWT (HS256 Session Tokens)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Role-Based Route Guards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Database Query Data Scoping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749039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38862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TESTING &amp; QUALITY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Automated Test Suites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Auth &amp; RBAC Suite (17 Tests)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API Integration Suite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Agent Flow &amp; SLA Escalation Suite</a:t>
            </a:r>
          </a:p>
          <a:p>
            <a:pPr>
              <a:spcAft>
                <a:spcPts val="200"/>
              </a:spcAft>
              <a:defRPr sz="850">
                <a:solidFill>
                  <a:srgbClr val="CBD5E1"/>
                </a:solidFill>
                <a:latin typeface="Segoe UI"/>
              </a:defRPr>
            </a:pPr>
            <a:r>
              <a:t>• Zero Mocking of Core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Built: Core Implemented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14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21945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One-Touch Citizen SOS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Quick-preset distress buttons (Accident, Medical, Fire, Crime) and instant GPS location binding.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9312" y="1554480"/>
            <a:ext cx="21945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916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Autonomous Clinical Triage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Semantic extraction of severity (Critical/High/Med/Low) and urgency into structured priority P1-P4.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554480"/>
            <a:ext cx="21945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Proximity &amp; Skill Dispatch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Mathematical scoring engine that matches responder specialization to emergency type and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554480"/>
            <a:ext cx="21945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6916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SLA Sentinel Monitoring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30-second automated acknowledgment timer tracks responder health and flags stalled 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21945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79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Self-Healing Escalation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Automatically blacklists dropped responders and assigns the next best unit with citizen reassurance.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39312" y="3931920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9312" y="4069079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Multi-Party Broadcast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Simultaneously alerts responders via push, citizens via SMS, dispatch via radio, and hospitals via secure net.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3931920"/>
            <a:ext cx="21945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069079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Post-Incident AI Dossier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Synthesizes comprehensive debrief report, timeline events, and agent performance score (95/100).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3749039"/>
            <a:ext cx="25603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6" y="3931920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4069079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Cryptographic RBAC Security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4 distinct roles (Citizen, Responder, Dispatcher, Admin) with bcrypt hashing and token auth.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Application Screens: Real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15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citiz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31089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9080" y="155448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Citizen SOS Screen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One-touch distress button &amp; live incident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52578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disp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08760"/>
            <a:ext cx="310896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37192" y="155448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Dispatch Command Center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Active city fleet roster, incident table &amp; SLA simulation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31920"/>
            <a:ext cx="310896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9080" y="397764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Cognitive Inspector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Real-time agent reasoning traces &amp; decision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794760"/>
            <a:ext cx="52578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shot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931920"/>
            <a:ext cx="310896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37192" y="3977640"/>
            <a:ext cx="1783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Incident Report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Post-incident debrief dossier &amp; performance 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Who Uses the System: 4 Strict Role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16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21945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CITIZEN</a:t>
            </a:r>
          </a:p>
          <a:p>
            <a:pPr>
              <a:spcAft>
                <a:spcPts val="100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Route: /citizen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Self-registers account</a:t>
            </a:r>
            <a:br/>
            <a:r>
              <a:t>• Submits one-touch or detailed SOS</a:t>
            </a:r>
            <a:br/>
            <a:r>
              <a:t>• Receives live arrival ETA &amp; reassurance</a:t>
            </a:r>
            <a:br/>
            <a:r>
              <a:t>• Strictly isolated: cannot see other citizens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5603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9312" y="1554480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RESPONDER</a:t>
            </a:r>
          </a:p>
          <a:p>
            <a:pPr>
              <a:spcAft>
                <a:spcPts val="100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Route: /responder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Assigned calls push to terminal</a:t>
            </a:r>
            <a:br/>
            <a:r>
              <a:t>• Acknowledges (Accept / Decline)</a:t>
            </a:r>
            <a:br/>
            <a:r>
              <a:t>• Updates progress: En Route ➔ Completed</a:t>
            </a:r>
            <a:br/>
            <a:r>
              <a:t>• Bound strictly to assigned incident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5603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554480"/>
            <a:ext cx="21945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DISPATCHER</a:t>
            </a:r>
          </a:p>
          <a:p>
            <a:pPr>
              <a:spcAft>
                <a:spcPts val="100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Route: /dispatch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Full city-wide incident visibility</a:t>
            </a:r>
            <a:br/>
            <a:r>
              <a:t>• Live responder fleet tracking</a:t>
            </a:r>
            <a:br/>
            <a:r>
              <a:t>• Manual assignment override controls</a:t>
            </a:r>
            <a:br/>
            <a:r>
              <a:t>• Interactive SLA timeout simulation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371600"/>
            <a:ext cx="25603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554480"/>
            <a:ext cx="21945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ADMINISTRATOR</a:t>
            </a:r>
          </a:p>
          <a:p>
            <a:pPr>
              <a:spcAft>
                <a:spcPts val="1000"/>
              </a:spcAft>
              <a:defRPr sz="900">
                <a:solidFill>
                  <a:srgbClr val="94A3B8"/>
                </a:solidFill>
                <a:latin typeface="Consolas"/>
              </a:defRPr>
            </a:pPr>
            <a:r>
              <a:t>Route: /admin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• Provisions Dispatchers &amp; Responders</a:t>
            </a:r>
            <a:br/>
            <a:r>
              <a:t>• Activates / deactivates system accounts</a:t>
            </a:r>
            <a:br/>
            <a:r>
              <a:t>• Inspects system audit statistics</a:t>
            </a:r>
            <a:br/>
            <a:r>
              <a:t>• 1-click demo fleet reset mechanism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TECHNICAL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Had to Solve: Engineering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17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Challenge: Unstructured Distress Descriptions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Citizens submit frantic, ungrammatical descriptions with mixed symptoms.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630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Solution: Gemini 1.5 Flash Prompt + Deterministic Fallback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Configured structured JSON output schema. Backed by clinical keyword rules that triage critical cases in 2ms if the LLM drops.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Challenge: Unmonitored Responder Dropouts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In traditional systems, an unresponsive unit leaves the caller stranded.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517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Solution: 30s SLA Countdown + Autonomous EscalationAgent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Detects SLA breaches automatically, blacklists the unresponsive unit, recalculates the next closest responder, and re-routes the 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Challenge: Suboptimal Unit Dispatching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Sending general police to cardiac arrest or fire trucks to minor theft.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40479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Solution: Proximity + Specialization Utility Scoring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Engine scores candidates by distance weighted with a 1.5x bonus for matching medical/fire/rescue expertise.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Challenge: Privilege Escalation &amp; Data Leaks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Unauthorized users accessing dispatch controls or other citizens'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0292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Solution: Cryptographic RBAC &amp; Query-Level Isolation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Bcrypt 12-round password hashing, HS256 signed JWT tokens, and database query filters verified by 17 automated tests.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This Matters: Practical Real-World Utility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18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7830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FASTER DISPATCH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Eliminates phone queue delays. Triage occurs in milliseconds instead of 3-5 minutes of manual interrogation.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20574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4951" y="1828800"/>
            <a:ext cx="1783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1" y="20116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CLEAR PRIORITY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Severe life-threats (P1-Critical) are automatically distinguished from non-urgent calls, preventing triage mistakes.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645920"/>
            <a:ext cx="20574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1224" y="1828800"/>
            <a:ext cx="17830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20116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SMARTER ALLOCATION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Field responders are matched based on both proximity and specialized skill, sending the right care the first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45920"/>
            <a:ext cx="20574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7496" y="1828800"/>
            <a:ext cx="1783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20116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04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LIVE VISIBILITY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Citizens receive automated arrival updates; dispatchers monitor the fleet; receiving hospitals prepare trauma bays early.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645920"/>
            <a:ext cx="20574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73768" y="1828800"/>
            <a:ext cx="17830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201168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FULL AUDITABILITY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Every agent decision, reassignment, and timeline event is stored in an explainable cognitive log for postmortem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Would Build Next: 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19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1: CURRENT PROTOTYPE (COMPLETED)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6-Agent Autonomous Cognitive Loop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FastAPI REST Backend with 8 Routers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4-Role Cryptographic RBAC (bcrypt + JWT)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30s SLA Monitoring &amp; Autonomous Escalation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AI Incident Report Postmortem Generator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17 Automated Verification Security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63040"/>
            <a:ext cx="347472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3712" y="1645920"/>
            <a:ext cx="31089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STAGE 2: NEAR-TERM IMPROVEMENTS (NEXT)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Native Mobile App (React Native / Flutter)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Live GPS Telemetry with Mapbox / Leaflet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IndexedDB Offline Queue &amp; Background Sync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SMS-to-API Gateway for 2G Emergency Areas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Automated Voice-to-Text Audio Call Ingestion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63040"/>
            <a:ext cx="3474720" cy="4572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3" y="1645920"/>
            <a:ext cx="31089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97316"/>
                </a:solidFill>
                <a:latin typeface="Segoe UI"/>
              </a:defRPr>
            </a:pPr>
            <a:r>
              <a:t>STAGE 3: PRODUCTION SCALE (FUTURE)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Trauma Hospital EHR System Integration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Drone Reconnaissance Automated Dispatch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Multi-City Federated Dispatch Network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Real-time Traffic Routing Engine (Google Maps API)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• Automated Resource Inventory Tracking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Demonstration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20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Open Application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Navigate to http://localhost:8000 and view Citizen SOS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64592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Report Emergency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Submit distress call: 'Highway crash, car smoking, driver trapped'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64592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9731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Observe Triage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Watch AI categorize as Accident / P1-Critical urgency in real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46304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4592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Review Dispatch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Show Suresh (Paramedic, 0.8 km) assigned by selection algorithm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Simulate SLA Timeout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Click 'Simulate Suresh Timeout' to trigger 30s deadline breach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9312" y="402336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97316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Watch Escalation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EscalationAgent blacklists Suresh &amp; auto-reassigns Ravi (1.5 km)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402336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Accept &amp; Complete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Ravi accepts mission, marks En Route, and completes assistance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3840480"/>
            <a:ext cx="25603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4023360"/>
            <a:ext cx="64008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Generate Debrief</a:t>
            </a:r>
          </a:p>
          <a:p>
            <a:pPr>
              <a:defRPr sz="900">
                <a:solidFill>
                  <a:srgbClr val="CBD5E1"/>
                </a:solidFill>
                <a:latin typeface="Segoe UI"/>
              </a:defRPr>
            </a:pPr>
            <a:r>
              <a:t>Click 'Incident Reports' to view AI-synthesized postmortem dossier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SOCIAL &amp;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Expected Impact: Saving Critical Minutes in Emergency 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21 / 23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2194560"/>
            <a:ext cx="3200400" cy="3200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EMERGENCY</a:t>
            </a:r>
            <a:br/>
            <a:r>
              <a:t>COORDINATION</a:t>
            </a:r>
          </a:p>
          <a:p>
            <a:pPr algn="ctr">
              <a:defRPr sz="1000">
                <a:solidFill>
                  <a:srgbClr val="F97316"/>
                </a:solidFill>
                <a:latin typeface="Segoe UI"/>
              </a:defRPr>
            </a:pPr>
            <a:r>
              <a:t>Protecting the Golden Hour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Faster Coordination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Replaces manual telephone chasing with autonomous multi-agent handoffs in milliseconds.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Zero Lost Emergencies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SLA monitoring ensures no responder dropout goes unnoticed or unhandled.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Smarter Care Matching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Specialization scoring sends trauma paramedics to cardiac calls, not general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31920"/>
            <a:ext cx="329184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Complete Accountability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Every action, clinical justification, and reassignment is auditable in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From Emergency Report to Coordinated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ResQAgent — Emergency Response &amp;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401775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22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REPORT  ➔  UNDERSTAND  ➔  PRIORITIZE  ➔  DISPATCH  ➔  RESPOND  ➔  TRACK  ➔  DEBRIEF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3108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97316"/>
                </a:solidFill>
                <a:latin typeface="Segoe UI"/>
              </a:defRPr>
            </a:pPr>
            <a:r>
              <a:t>CONCLUSION &amp; SUMMARY: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ResQAgent brings emergency reporting, clinical triage, dispatch optimization, SLA monitoring, and response tracking into one unified, transparent workflow.</a:t>
            </a:r>
            <a:br/>
            <a:br/>
            <a:r>
              <a:t>Rather than relying on a single conversational chatbot, we built an autonomous multi-agent architecture where each agent handles a dedicated task with mathematical precision, strict state management, and safety guardrails.</a:t>
            </a:r>
            <a:br/>
            <a:br/>
            <a:r>
              <a:t>Our focus is simple: make emergency coordination faster, clearer, and more reliable when every second counts.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8BDF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ResQAgent — Intelligent Emergency Response &amp; Coordination Platform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GitHub Repository:  https://github.com/nallapremteja04/resqagent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Live Deployment:  http://localhost:8000 (Running on Uvicorn ASGI Server)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API Documentation:  http://localhost:8000/docs (Interactive Swagger UI)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Jury Evaluation Dossier:  http://localhost:8000/ResQAgent_Jury_Presentation_Dossier.pdf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Student Team:  ResQAgent Development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